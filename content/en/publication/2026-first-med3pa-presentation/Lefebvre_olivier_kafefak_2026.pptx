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897" r:id="rId4"/>
    <p:sldMasterId id="2147483884" r:id="rId5"/>
    <p:sldMasterId id="2147483872" r:id="rId6"/>
  </p:sldMasterIdLst>
  <p:notesMasterIdLst>
    <p:notesMasterId r:id="rId8"/>
  </p:notesMasterIdLst>
  <p:handoutMasterIdLst>
    <p:handoutMasterId r:id="rId9"/>
  </p:handoutMasterIdLst>
  <p:sldIdLst>
    <p:sldId id="383" r:id="rId7"/>
  </p:sldIdLst>
  <p:sldSz cx="9144000" cy="5143500" type="screen16x9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206E"/>
    <a:srgbClr val="F59E0B"/>
    <a:srgbClr val="3B82F6"/>
    <a:srgbClr val="E7DAE5"/>
    <a:srgbClr val="EC8C74"/>
    <a:srgbClr val="28CCA9"/>
    <a:srgbClr val="FFFFFF"/>
    <a:srgbClr val="0FB28F"/>
    <a:srgbClr val="BC7708"/>
    <a:srgbClr val="5878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42A082-24E5-4E51-8670-4C235A5D4E5B}" v="5" dt="2026-04-29T13:07:41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3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412" y="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Lefebvre" userId="6f87d5af-f62a-47df-9c4f-aec2b3e9431f" providerId="ADAL" clId="{0D85137F-D0BC-46D7-A79F-5F58935EB7FD}"/>
    <pc:docChg chg="undo redo custSel addSld delSld modSld sldOrd delMainMaster">
      <pc:chgData name="Olivier Lefebvre" userId="6f87d5af-f62a-47df-9c4f-aec2b3e9431f" providerId="ADAL" clId="{0D85137F-D0BC-46D7-A79F-5F58935EB7FD}" dt="2026-04-29T13:07:47.708" v="2388" actId="1076"/>
      <pc:docMkLst>
        <pc:docMk/>
      </pc:docMkLst>
      <pc:sldChg chg="addSp delSp modSp add mod">
        <pc:chgData name="Olivier Lefebvre" userId="6f87d5af-f62a-47df-9c4f-aec2b3e9431f" providerId="ADAL" clId="{0D85137F-D0BC-46D7-A79F-5F58935EB7FD}" dt="2026-04-29T13:07:47.708" v="2388" actId="1076"/>
        <pc:sldMkLst>
          <pc:docMk/>
          <pc:sldMk cId="350817917" sldId="383"/>
        </pc:sldMkLst>
        <pc:spChg chg="mod">
          <ac:chgData name="Olivier Lefebvre" userId="6f87d5af-f62a-47df-9c4f-aec2b3e9431f" providerId="ADAL" clId="{0D85137F-D0BC-46D7-A79F-5F58935EB7FD}" dt="2026-04-27T15:32:35.836" v="2329" actId="12788"/>
          <ac:spMkLst>
            <pc:docMk/>
            <pc:sldMk cId="350817917" sldId="383"/>
            <ac:spMk id="4" creationId="{A2C52394-F385-B093-C07F-2FFB46CA4B50}"/>
          </ac:spMkLst>
        </pc:spChg>
        <pc:spChg chg="mod topLvl">
          <ac:chgData name="Olivier Lefebvre" userId="6f87d5af-f62a-47df-9c4f-aec2b3e9431f" providerId="ADAL" clId="{0D85137F-D0BC-46D7-A79F-5F58935EB7FD}" dt="2026-04-29T13:05:40.085" v="2385" actId="164"/>
          <ac:spMkLst>
            <pc:docMk/>
            <pc:sldMk cId="350817917" sldId="383"/>
            <ac:spMk id="9" creationId="{28E9C588-9B15-D969-2F5E-F15053EC6141}"/>
          </ac:spMkLst>
        </pc:spChg>
        <pc:spChg chg="mod topLvl">
          <ac:chgData name="Olivier Lefebvre" userId="6f87d5af-f62a-47df-9c4f-aec2b3e9431f" providerId="ADAL" clId="{0D85137F-D0BC-46D7-A79F-5F58935EB7FD}" dt="2026-04-29T13:05:40.085" v="2385" actId="164"/>
          <ac:spMkLst>
            <pc:docMk/>
            <pc:sldMk cId="350817917" sldId="383"/>
            <ac:spMk id="11" creationId="{7CD3CA5B-74C9-E559-8801-C31A9B7B7ACA}"/>
          </ac:spMkLst>
        </pc:spChg>
        <pc:spChg chg="mod topLvl">
          <ac:chgData name="Olivier Lefebvre" userId="6f87d5af-f62a-47df-9c4f-aec2b3e9431f" providerId="ADAL" clId="{0D85137F-D0BC-46D7-A79F-5F58935EB7FD}" dt="2026-04-29T13:05:40.085" v="2385" actId="164"/>
          <ac:spMkLst>
            <pc:docMk/>
            <pc:sldMk cId="350817917" sldId="383"/>
            <ac:spMk id="12" creationId="{688C9573-0726-CEE4-DC65-B7D247083506}"/>
          </ac:spMkLst>
        </pc:spChg>
        <pc:spChg chg="mod">
          <ac:chgData name="Olivier Lefebvre" userId="6f87d5af-f62a-47df-9c4f-aec2b3e9431f" providerId="ADAL" clId="{0D85137F-D0BC-46D7-A79F-5F58935EB7FD}" dt="2026-04-27T15:11:26.157" v="2148" actId="12789"/>
          <ac:spMkLst>
            <pc:docMk/>
            <pc:sldMk cId="350817917" sldId="383"/>
            <ac:spMk id="14" creationId="{5F9BDC88-CE28-B3BC-E1B8-4F6E23B526E9}"/>
          </ac:spMkLst>
        </pc:spChg>
        <pc:spChg chg="mod">
          <ac:chgData name="Olivier Lefebvre" userId="6f87d5af-f62a-47df-9c4f-aec2b3e9431f" providerId="ADAL" clId="{0D85137F-D0BC-46D7-A79F-5F58935EB7FD}" dt="2026-04-27T15:11:26.157" v="2148" actId="12789"/>
          <ac:spMkLst>
            <pc:docMk/>
            <pc:sldMk cId="350817917" sldId="383"/>
            <ac:spMk id="15" creationId="{93EFF795-2DEE-0C36-BDAF-D06A87F960BC}"/>
          </ac:spMkLst>
        </pc:spChg>
        <pc:spChg chg="mod">
          <ac:chgData name="Olivier Lefebvre" userId="6f87d5af-f62a-47df-9c4f-aec2b3e9431f" providerId="ADAL" clId="{0D85137F-D0BC-46D7-A79F-5F58935EB7FD}" dt="2026-04-27T15:11:26.157" v="2148" actId="12789"/>
          <ac:spMkLst>
            <pc:docMk/>
            <pc:sldMk cId="350817917" sldId="383"/>
            <ac:spMk id="19" creationId="{A5623E95-7BC2-EA5E-5400-A9371EC79A50}"/>
          </ac:spMkLst>
        </pc:spChg>
        <pc:spChg chg="mod">
          <ac:chgData name="Olivier Lefebvre" userId="6f87d5af-f62a-47df-9c4f-aec2b3e9431f" providerId="ADAL" clId="{0D85137F-D0BC-46D7-A79F-5F58935EB7FD}" dt="2026-04-27T15:11:45.871" v="2151" actId="113"/>
          <ac:spMkLst>
            <pc:docMk/>
            <pc:sldMk cId="350817917" sldId="383"/>
            <ac:spMk id="21" creationId="{A16D8DC1-600B-119E-ADDB-EFD46B18F676}"/>
          </ac:spMkLst>
        </pc:spChg>
        <pc:spChg chg="mod">
          <ac:chgData name="Olivier Lefebvre" userId="6f87d5af-f62a-47df-9c4f-aec2b3e9431f" providerId="ADAL" clId="{0D85137F-D0BC-46D7-A79F-5F58935EB7FD}" dt="2026-04-27T15:11:43.729" v="2150" actId="113"/>
          <ac:spMkLst>
            <pc:docMk/>
            <pc:sldMk cId="350817917" sldId="383"/>
            <ac:spMk id="22" creationId="{7BA793F8-946B-96CA-7001-3C2411B560B9}"/>
          </ac:spMkLst>
        </pc:spChg>
        <pc:spChg chg="mod">
          <ac:chgData name="Olivier Lefebvre" userId="6f87d5af-f62a-47df-9c4f-aec2b3e9431f" providerId="ADAL" clId="{0D85137F-D0BC-46D7-A79F-5F58935EB7FD}" dt="2026-04-27T15:17:54.283" v="2307" actId="14100"/>
          <ac:spMkLst>
            <pc:docMk/>
            <pc:sldMk cId="350817917" sldId="383"/>
            <ac:spMk id="23" creationId="{EBF7627F-9952-25DD-80FB-AE550001161C}"/>
          </ac:spMkLst>
        </pc:spChg>
        <pc:spChg chg="mod">
          <ac:chgData name="Olivier Lefebvre" userId="6f87d5af-f62a-47df-9c4f-aec2b3e9431f" providerId="ADAL" clId="{0D85137F-D0BC-46D7-A79F-5F58935EB7FD}" dt="2026-04-27T15:36:50.625" v="2363" actId="207"/>
          <ac:spMkLst>
            <pc:docMk/>
            <pc:sldMk cId="350817917" sldId="383"/>
            <ac:spMk id="30" creationId="{D6F117CE-2051-19DC-D60C-34C5A3D3D245}"/>
          </ac:spMkLst>
        </pc:spChg>
        <pc:spChg chg="mod">
          <ac:chgData name="Olivier Lefebvre" userId="6f87d5af-f62a-47df-9c4f-aec2b3e9431f" providerId="ADAL" clId="{0D85137F-D0BC-46D7-A79F-5F58935EB7FD}" dt="2026-04-29T13:07:41.556" v="2387"/>
          <ac:spMkLst>
            <pc:docMk/>
            <pc:sldMk cId="350817917" sldId="383"/>
            <ac:spMk id="32" creationId="{404E9417-C3B3-10EA-464B-0AC5553A7641}"/>
          </ac:spMkLst>
        </pc:spChg>
        <pc:spChg chg="mod">
          <ac:chgData name="Olivier Lefebvre" userId="6f87d5af-f62a-47df-9c4f-aec2b3e9431f" providerId="ADAL" clId="{0D85137F-D0BC-46D7-A79F-5F58935EB7FD}" dt="2026-04-29T13:07:41.556" v="2387"/>
          <ac:spMkLst>
            <pc:docMk/>
            <pc:sldMk cId="350817917" sldId="383"/>
            <ac:spMk id="33" creationId="{69438AF4-4FB3-0F7F-88A7-2672364AFE71}"/>
          </ac:spMkLst>
        </pc:spChg>
        <pc:spChg chg="mod">
          <ac:chgData name="Olivier Lefebvre" userId="6f87d5af-f62a-47df-9c4f-aec2b3e9431f" providerId="ADAL" clId="{0D85137F-D0BC-46D7-A79F-5F58935EB7FD}" dt="2026-04-29T13:07:41.556" v="2387"/>
          <ac:spMkLst>
            <pc:docMk/>
            <pc:sldMk cId="350817917" sldId="383"/>
            <ac:spMk id="38" creationId="{71695E92-B63D-D0A6-7759-F0EA75BC127C}"/>
          </ac:spMkLst>
        </pc:spChg>
        <pc:spChg chg="mod">
          <ac:chgData name="Olivier Lefebvre" userId="6f87d5af-f62a-47df-9c4f-aec2b3e9431f" providerId="ADAL" clId="{0D85137F-D0BC-46D7-A79F-5F58935EB7FD}" dt="2026-04-29T12:17:06.110" v="2370" actId="113"/>
          <ac:spMkLst>
            <pc:docMk/>
            <pc:sldMk cId="350817917" sldId="383"/>
            <ac:spMk id="41" creationId="{0C1DC94A-DC53-AD95-983E-5EF72FA1363E}"/>
          </ac:spMkLst>
        </pc:spChg>
        <pc:spChg chg="mod">
          <ac:chgData name="Olivier Lefebvre" userId="6f87d5af-f62a-47df-9c4f-aec2b3e9431f" providerId="ADAL" clId="{0D85137F-D0BC-46D7-A79F-5F58935EB7FD}" dt="2026-04-29T12:17:32.397" v="2374"/>
          <ac:spMkLst>
            <pc:docMk/>
            <pc:sldMk cId="350817917" sldId="383"/>
            <ac:spMk id="42" creationId="{91CC7170-CB0D-DEB6-CAFE-EF73C309529A}"/>
          </ac:spMkLst>
        </pc:spChg>
        <pc:spChg chg="mod">
          <ac:chgData name="Olivier Lefebvre" userId="6f87d5af-f62a-47df-9c4f-aec2b3e9431f" providerId="ADAL" clId="{0D85137F-D0BC-46D7-A79F-5F58935EB7FD}" dt="2026-04-27T15:16:58.198" v="2281" actId="164"/>
          <ac:spMkLst>
            <pc:docMk/>
            <pc:sldMk cId="350817917" sldId="383"/>
            <ac:spMk id="63" creationId="{39C9A471-A120-93C8-3417-B9D1E946E87D}"/>
          </ac:spMkLst>
        </pc:spChg>
        <pc:spChg chg="mod">
          <ac:chgData name="Olivier Lefebvre" userId="6f87d5af-f62a-47df-9c4f-aec2b3e9431f" providerId="ADAL" clId="{0D85137F-D0BC-46D7-A79F-5F58935EB7FD}" dt="2026-04-27T15:16:58.198" v="2281" actId="164"/>
          <ac:spMkLst>
            <pc:docMk/>
            <pc:sldMk cId="350817917" sldId="383"/>
            <ac:spMk id="64" creationId="{B45B465D-9559-3861-B169-1A52FED311A8}"/>
          </ac:spMkLst>
        </pc:spChg>
        <pc:spChg chg="mod">
          <ac:chgData name="Olivier Lefebvre" userId="6f87d5af-f62a-47df-9c4f-aec2b3e9431f" providerId="ADAL" clId="{0D85137F-D0BC-46D7-A79F-5F58935EB7FD}" dt="2026-04-27T15:16:58.198" v="2281" actId="164"/>
          <ac:spMkLst>
            <pc:docMk/>
            <pc:sldMk cId="350817917" sldId="383"/>
            <ac:spMk id="66" creationId="{7DE9DAD1-E83A-938F-BC66-5A6369184778}"/>
          </ac:spMkLst>
        </pc:spChg>
        <pc:spChg chg="mod">
          <ac:chgData name="Olivier Lefebvre" userId="6f87d5af-f62a-47df-9c4f-aec2b3e9431f" providerId="ADAL" clId="{0D85137F-D0BC-46D7-A79F-5F58935EB7FD}" dt="2026-04-27T15:36:50.625" v="2363" actId="207"/>
          <ac:spMkLst>
            <pc:docMk/>
            <pc:sldMk cId="350817917" sldId="383"/>
            <ac:spMk id="67" creationId="{58C394A1-D9DD-3E3B-B90E-A6344C2141B5}"/>
          </ac:spMkLst>
        </pc:spChg>
        <pc:spChg chg="mod">
          <ac:chgData name="Olivier Lefebvre" userId="6f87d5af-f62a-47df-9c4f-aec2b3e9431f" providerId="ADAL" clId="{0D85137F-D0BC-46D7-A79F-5F58935EB7FD}" dt="2026-04-29T12:17:18.259" v="2373" actId="113"/>
          <ac:spMkLst>
            <pc:docMk/>
            <pc:sldMk cId="350817917" sldId="383"/>
            <ac:spMk id="75" creationId="{2CA0C684-BDD5-EE0E-5C39-C39BA3D4DD5A}"/>
          </ac:spMkLst>
        </pc:spChg>
        <pc:spChg chg="mod">
          <ac:chgData name="Olivier Lefebvre" userId="6f87d5af-f62a-47df-9c4f-aec2b3e9431f" providerId="ADAL" clId="{0D85137F-D0BC-46D7-A79F-5F58935EB7FD}" dt="2026-04-29T12:17:15.724" v="2372" actId="113"/>
          <ac:spMkLst>
            <pc:docMk/>
            <pc:sldMk cId="350817917" sldId="383"/>
            <ac:spMk id="84" creationId="{AB67941F-F5BE-2DAB-1737-F91D1507BA7F}"/>
          </ac:spMkLst>
        </pc:spChg>
        <pc:spChg chg="mod">
          <ac:chgData name="Olivier Lefebvre" userId="6f87d5af-f62a-47df-9c4f-aec2b3e9431f" providerId="ADAL" clId="{0D85137F-D0BC-46D7-A79F-5F58935EB7FD}" dt="2026-04-27T15:37:00.352" v="2364" actId="207"/>
          <ac:spMkLst>
            <pc:docMk/>
            <pc:sldMk cId="350817917" sldId="383"/>
            <ac:spMk id="88" creationId="{368238ED-A47F-CA47-CCF6-CB42849FF7EB}"/>
          </ac:spMkLst>
        </pc:spChg>
        <pc:spChg chg="mod">
          <ac:chgData name="Olivier Lefebvre" userId="6f87d5af-f62a-47df-9c4f-aec2b3e9431f" providerId="ADAL" clId="{0D85137F-D0BC-46D7-A79F-5F58935EB7FD}" dt="2026-04-27T15:37:14.817" v="2365" actId="207"/>
          <ac:spMkLst>
            <pc:docMk/>
            <pc:sldMk cId="350817917" sldId="383"/>
            <ac:spMk id="90" creationId="{52796777-85E2-B029-A8E0-B81FA9CFDB94}"/>
          </ac:spMkLst>
        </pc:spChg>
        <pc:spChg chg="mod">
          <ac:chgData name="Olivier Lefebvre" userId="6f87d5af-f62a-47df-9c4f-aec2b3e9431f" providerId="ADAL" clId="{0D85137F-D0BC-46D7-A79F-5F58935EB7FD}" dt="2026-04-27T15:16:33.461" v="2275" actId="1038"/>
          <ac:spMkLst>
            <pc:docMk/>
            <pc:sldMk cId="350817917" sldId="383"/>
            <ac:spMk id="94" creationId="{709615CD-9CC7-C9CC-ACBC-F18A557A30BB}"/>
          </ac:spMkLst>
        </pc:spChg>
        <pc:spChg chg="mod">
          <ac:chgData name="Olivier Lefebvre" userId="6f87d5af-f62a-47df-9c4f-aec2b3e9431f" providerId="ADAL" clId="{0D85137F-D0BC-46D7-A79F-5F58935EB7FD}" dt="2026-04-27T15:16:33.461" v="2275" actId="1038"/>
          <ac:spMkLst>
            <pc:docMk/>
            <pc:sldMk cId="350817917" sldId="383"/>
            <ac:spMk id="95" creationId="{272166A8-2178-A242-C05A-AFD4F6DB648A}"/>
          </ac:spMkLst>
        </pc:spChg>
        <pc:spChg chg="mod">
          <ac:chgData name="Olivier Lefebvre" userId="6f87d5af-f62a-47df-9c4f-aec2b3e9431f" providerId="ADAL" clId="{0D85137F-D0BC-46D7-A79F-5F58935EB7FD}" dt="2026-04-27T15:36:43.520" v="2362" actId="207"/>
          <ac:spMkLst>
            <pc:docMk/>
            <pc:sldMk cId="350817917" sldId="383"/>
            <ac:spMk id="107" creationId="{63A9ECAE-C795-2283-3894-07D0F50C850F}"/>
          </ac:spMkLst>
        </pc:spChg>
        <pc:spChg chg="mod">
          <ac:chgData name="Olivier Lefebvre" userId="6f87d5af-f62a-47df-9c4f-aec2b3e9431f" providerId="ADAL" clId="{0D85137F-D0BC-46D7-A79F-5F58935EB7FD}" dt="2026-04-27T15:32:35.836" v="2329" actId="12788"/>
          <ac:spMkLst>
            <pc:docMk/>
            <pc:sldMk cId="350817917" sldId="383"/>
            <ac:spMk id="108" creationId="{F98D0FAA-3E10-1DEC-7DF6-92EE10539D53}"/>
          </ac:spMkLst>
        </pc:spChg>
        <pc:spChg chg="mod">
          <ac:chgData name="Olivier Lefebvre" userId="6f87d5af-f62a-47df-9c4f-aec2b3e9431f" providerId="ADAL" clId="{0D85137F-D0BC-46D7-A79F-5F58935EB7FD}" dt="2026-04-27T15:14:18.924" v="2201" actId="14100"/>
          <ac:spMkLst>
            <pc:docMk/>
            <pc:sldMk cId="350817917" sldId="383"/>
            <ac:spMk id="109" creationId="{4C723200-7C10-064E-3A04-DA91EFF8D097}"/>
          </ac:spMkLst>
        </pc:spChg>
        <pc:spChg chg="mod">
          <ac:chgData name="Olivier Lefebvre" userId="6f87d5af-f62a-47df-9c4f-aec2b3e9431f" providerId="ADAL" clId="{0D85137F-D0BC-46D7-A79F-5F58935EB7FD}" dt="2026-04-27T15:37:14.817" v="2365" actId="207"/>
          <ac:spMkLst>
            <pc:docMk/>
            <pc:sldMk cId="350817917" sldId="383"/>
            <ac:spMk id="110" creationId="{20343A07-851E-B836-00B0-3B239FC6AD7E}"/>
          </ac:spMkLst>
        </pc:spChg>
        <pc:spChg chg="mod">
          <ac:chgData name="Olivier Lefebvre" userId="6f87d5af-f62a-47df-9c4f-aec2b3e9431f" providerId="ADAL" clId="{0D85137F-D0BC-46D7-A79F-5F58935EB7FD}" dt="2026-04-27T15:36:29.209" v="2361" actId="207"/>
          <ac:spMkLst>
            <pc:docMk/>
            <pc:sldMk cId="350817917" sldId="383"/>
            <ac:spMk id="128" creationId="{BF3D975A-C11D-2CA6-A135-C74D95FDFF95}"/>
          </ac:spMkLst>
        </pc:spChg>
        <pc:spChg chg="mod">
          <ac:chgData name="Olivier Lefebvre" userId="6f87d5af-f62a-47df-9c4f-aec2b3e9431f" providerId="ADAL" clId="{0D85137F-D0BC-46D7-A79F-5F58935EB7FD}" dt="2026-04-27T15:16:03.176" v="2257" actId="1038"/>
          <ac:spMkLst>
            <pc:docMk/>
            <pc:sldMk cId="350817917" sldId="383"/>
            <ac:spMk id="133" creationId="{88C3353D-B1AF-830F-F805-8EED290BDB79}"/>
          </ac:spMkLst>
        </pc:spChg>
        <pc:grpChg chg="add mod">
          <ac:chgData name="Olivier Lefebvre" userId="6f87d5af-f62a-47df-9c4f-aec2b3e9431f" providerId="ADAL" clId="{0D85137F-D0BC-46D7-A79F-5F58935EB7FD}" dt="2026-04-27T15:17:15.444" v="2282" actId="12788"/>
          <ac:grpSpMkLst>
            <pc:docMk/>
            <pc:sldMk cId="350817917" sldId="383"/>
            <ac:grpSpMk id="7" creationId="{B82727FC-649F-F43F-033A-56AB673EE2C1}"/>
          </ac:grpSpMkLst>
        </pc:grpChg>
        <pc:grpChg chg="add del mod">
          <ac:chgData name="Olivier Lefebvre" userId="6f87d5af-f62a-47df-9c4f-aec2b3e9431f" providerId="ADAL" clId="{0D85137F-D0BC-46D7-A79F-5F58935EB7FD}" dt="2026-04-29T13:05:13.888" v="2382" actId="165"/>
          <ac:grpSpMkLst>
            <pc:docMk/>
            <pc:sldMk cId="350817917" sldId="383"/>
            <ac:grpSpMk id="8" creationId="{807185D7-5DA3-66FC-AA3B-6A9D1DAC02E0}"/>
          </ac:grpSpMkLst>
        </pc:grpChg>
        <pc:grpChg chg="add mod">
          <ac:chgData name="Olivier Lefebvre" userId="6f87d5af-f62a-47df-9c4f-aec2b3e9431f" providerId="ADAL" clId="{0D85137F-D0BC-46D7-A79F-5F58935EB7FD}" dt="2026-04-29T13:05:40.085" v="2385" actId="164"/>
          <ac:grpSpMkLst>
            <pc:docMk/>
            <pc:sldMk cId="350817917" sldId="383"/>
            <ac:grpSpMk id="25" creationId="{579A0821-AA2C-DCB8-F0F8-E1C0D6E43977}"/>
          </ac:grpSpMkLst>
        </pc:grpChg>
        <pc:grpChg chg="add mod">
          <ac:chgData name="Olivier Lefebvre" userId="6f87d5af-f62a-47df-9c4f-aec2b3e9431f" providerId="ADAL" clId="{0D85137F-D0BC-46D7-A79F-5F58935EB7FD}" dt="2026-04-29T13:07:47.708" v="2388" actId="1076"/>
          <ac:grpSpMkLst>
            <pc:docMk/>
            <pc:sldMk cId="350817917" sldId="383"/>
            <ac:grpSpMk id="31" creationId="{9CB2AA25-760D-131D-15C3-53BC087DD8B1}"/>
          </ac:grpSpMkLst>
        </pc:grpChg>
        <pc:grpChg chg="del mod">
          <ac:chgData name="Olivier Lefebvre" userId="6f87d5af-f62a-47df-9c4f-aec2b3e9431f" providerId="ADAL" clId="{0D85137F-D0BC-46D7-A79F-5F58935EB7FD}" dt="2026-04-29T13:01:38.541" v="2375" actId="478"/>
          <ac:grpSpMkLst>
            <pc:docMk/>
            <pc:sldMk cId="350817917" sldId="383"/>
            <ac:grpSpMk id="59" creationId="{409D3D5D-B457-4E2C-585A-4FC78DFBB56A}"/>
          </ac:grpSpMkLst>
        </pc:grpChg>
        <pc:grpChg chg="del mod">
          <ac:chgData name="Olivier Lefebvre" userId="6f87d5af-f62a-47df-9c4f-aec2b3e9431f" providerId="ADAL" clId="{0D85137F-D0BC-46D7-A79F-5F58935EB7FD}" dt="2026-04-29T13:07:38.214" v="2386" actId="478"/>
          <ac:grpSpMkLst>
            <pc:docMk/>
            <pc:sldMk cId="350817917" sldId="383"/>
            <ac:grpSpMk id="129" creationId="{0B49D8FE-490D-A365-C429-91EDBC36B1A0}"/>
          </ac:grpSpMkLst>
        </pc:grpChg>
        <pc:picChg chg="mod">
          <ac:chgData name="Olivier Lefebvre" userId="6f87d5af-f62a-47df-9c4f-aec2b3e9431f" providerId="ADAL" clId="{0D85137F-D0BC-46D7-A79F-5F58935EB7FD}" dt="2026-04-27T15:17:24.651" v="2283" actId="12788"/>
          <ac:picMkLst>
            <pc:docMk/>
            <pc:sldMk cId="350817917" sldId="383"/>
            <ac:picMk id="28" creationId="{FBE98468-119D-EDA9-017C-8AA38920805B}"/>
          </ac:picMkLst>
        </pc:picChg>
        <pc:picChg chg="mod">
          <ac:chgData name="Olivier Lefebvre" userId="6f87d5af-f62a-47df-9c4f-aec2b3e9431f" providerId="ADAL" clId="{0D85137F-D0BC-46D7-A79F-5F58935EB7FD}" dt="2026-04-24T16:01:15.629" v="2129" actId="1076"/>
          <ac:picMkLst>
            <pc:docMk/>
            <pc:sldMk cId="350817917" sldId="383"/>
            <ac:picMk id="65" creationId="{26F15763-A9BB-109C-042B-BAC7823850C8}"/>
          </ac:picMkLst>
        </pc:picChg>
        <pc:picChg chg="mod">
          <ac:chgData name="Olivier Lefebvre" userId="6f87d5af-f62a-47df-9c4f-aec2b3e9431f" providerId="ADAL" clId="{0D85137F-D0BC-46D7-A79F-5F58935EB7FD}" dt="2026-04-27T15:15:09.283" v="2231" actId="1037"/>
          <ac:picMkLst>
            <pc:docMk/>
            <pc:sldMk cId="350817917" sldId="383"/>
            <ac:picMk id="121" creationId="{F5FDF960-D983-30F2-8E24-62DA0EF18592}"/>
          </ac:picMkLst>
        </pc:picChg>
        <pc:picChg chg="mod">
          <ac:chgData name="Olivier Lefebvre" userId="6f87d5af-f62a-47df-9c4f-aec2b3e9431f" providerId="ADAL" clId="{0D85137F-D0BC-46D7-A79F-5F58935EB7FD}" dt="2026-04-27T15:17:39.747" v="2305" actId="1076"/>
          <ac:picMkLst>
            <pc:docMk/>
            <pc:sldMk cId="350817917" sldId="383"/>
            <ac:picMk id="138" creationId="{CCD3F679-E39B-90FF-E7E1-98180B25E8ED}"/>
          </ac:picMkLst>
        </pc:picChg>
        <pc:picChg chg="mod">
          <ac:chgData name="Olivier Lefebvre" userId="6f87d5af-f62a-47df-9c4f-aec2b3e9431f" providerId="ADAL" clId="{0D85137F-D0BC-46D7-A79F-5F58935EB7FD}" dt="2026-04-24T16:03:26.806" v="2141" actId="1076"/>
          <ac:picMkLst>
            <pc:docMk/>
            <pc:sldMk cId="350817917" sldId="383"/>
            <ac:picMk id="1026" creationId="{4D36BEC6-758B-9914-0DDC-024148B0A721}"/>
          </ac:picMkLst>
        </pc:picChg>
        <pc:cxnChg chg="mod">
          <ac:chgData name="Olivier Lefebvre" userId="6f87d5af-f62a-47df-9c4f-aec2b3e9431f" providerId="ADAL" clId="{0D85137F-D0BC-46D7-A79F-5F58935EB7FD}" dt="2026-04-27T15:17:37.626" v="2304" actId="1038"/>
          <ac:cxnSpMkLst>
            <pc:docMk/>
            <pc:sldMk cId="350817917" sldId="383"/>
            <ac:cxnSpMk id="34" creationId="{BEF3902D-9063-E0DE-F3DC-241B9117E30E}"/>
          </ac:cxnSpMkLst>
        </pc:cxnChg>
        <pc:cxnChg chg="mod">
          <ac:chgData name="Olivier Lefebvre" userId="6f87d5af-f62a-47df-9c4f-aec2b3e9431f" providerId="ADAL" clId="{0D85137F-D0BC-46D7-A79F-5F58935EB7FD}" dt="2026-04-27T15:17:37.626" v="2304" actId="1038"/>
          <ac:cxnSpMkLst>
            <pc:docMk/>
            <pc:sldMk cId="350817917" sldId="383"/>
            <ac:cxnSpMk id="39" creationId="{5D0F4D7E-1810-2115-BE78-417C45169D0A}"/>
          </ac:cxnSpMkLst>
        </pc:cxnChg>
        <pc:cxnChg chg="mod">
          <ac:chgData name="Olivier Lefebvre" userId="6f87d5af-f62a-47df-9c4f-aec2b3e9431f" providerId="ADAL" clId="{0D85137F-D0BC-46D7-A79F-5F58935EB7FD}" dt="2026-04-27T15:17:29.302" v="2291" actId="1038"/>
          <ac:cxnSpMkLst>
            <pc:docMk/>
            <pc:sldMk cId="350817917" sldId="383"/>
            <ac:cxnSpMk id="43" creationId="{2AF4F3E2-6698-5E3F-8879-77649A07ABDF}"/>
          </ac:cxnSpMkLst>
        </pc:cxnChg>
        <pc:cxnChg chg="mod">
          <ac:chgData name="Olivier Lefebvre" userId="6f87d5af-f62a-47df-9c4f-aec2b3e9431f" providerId="ADAL" clId="{0D85137F-D0BC-46D7-A79F-5F58935EB7FD}" dt="2026-04-27T15:17:29.302" v="2291" actId="1038"/>
          <ac:cxnSpMkLst>
            <pc:docMk/>
            <pc:sldMk cId="350817917" sldId="383"/>
            <ac:cxnSpMk id="48" creationId="{5707ECA6-2160-8EA6-24E8-0E2DF46FAD2A}"/>
          </ac:cxnSpMkLst>
        </pc:cxnChg>
        <pc:cxnChg chg="mod">
          <ac:chgData name="Olivier Lefebvre" userId="6f87d5af-f62a-47df-9c4f-aec2b3e9431f" providerId="ADAL" clId="{0D85137F-D0BC-46D7-A79F-5F58935EB7FD}" dt="2026-04-27T15:15:53.611" v="2235" actId="408"/>
          <ac:cxnSpMkLst>
            <pc:docMk/>
            <pc:sldMk cId="350817917" sldId="383"/>
            <ac:cxnSpMk id="68" creationId="{7FE8DC2A-29D5-BD12-A223-472B19FF76B2}"/>
          </ac:cxnSpMkLst>
        </pc:cxnChg>
        <pc:cxnChg chg="mod">
          <ac:chgData name="Olivier Lefebvre" userId="6f87d5af-f62a-47df-9c4f-aec2b3e9431f" providerId="ADAL" clId="{0D85137F-D0BC-46D7-A79F-5F58935EB7FD}" dt="2026-04-27T15:16:17.902" v="2259" actId="408"/>
          <ac:cxnSpMkLst>
            <pc:docMk/>
            <pc:sldMk cId="350817917" sldId="383"/>
            <ac:cxnSpMk id="69" creationId="{DA6207FC-55B3-1CBF-0107-D48B8D7E8428}"/>
          </ac:cxnSpMkLst>
        </pc:cxnChg>
        <pc:cxnChg chg="mod">
          <ac:chgData name="Olivier Lefebvre" userId="6f87d5af-f62a-47df-9c4f-aec2b3e9431f" providerId="ADAL" clId="{0D85137F-D0BC-46D7-A79F-5F58935EB7FD}" dt="2026-04-27T15:16:24.688" v="2271" actId="1037"/>
          <ac:cxnSpMkLst>
            <pc:docMk/>
            <pc:sldMk cId="350817917" sldId="383"/>
            <ac:cxnSpMk id="70" creationId="{687E7AB5-F585-639B-AD4A-527382CE44F4}"/>
          </ac:cxnSpMkLst>
        </pc:cxnChg>
        <pc:cxnChg chg="mod">
          <ac:chgData name="Olivier Lefebvre" userId="6f87d5af-f62a-47df-9c4f-aec2b3e9431f" providerId="ADAL" clId="{0D85137F-D0BC-46D7-A79F-5F58935EB7FD}" dt="2026-04-27T15:16:24.688" v="2271" actId="1037"/>
          <ac:cxnSpMkLst>
            <pc:docMk/>
            <pc:sldMk cId="350817917" sldId="383"/>
            <ac:cxnSpMk id="71" creationId="{E02EFF7C-EF2D-A633-CCBA-06D7FE22A2D0}"/>
          </ac:cxnSpMkLst>
        </pc:cxnChg>
        <pc:cxnChg chg="mod">
          <ac:chgData name="Olivier Lefebvre" userId="6f87d5af-f62a-47df-9c4f-aec2b3e9431f" providerId="ADAL" clId="{0D85137F-D0BC-46D7-A79F-5F58935EB7FD}" dt="2026-04-27T15:15:51.287" v="2234" actId="12789"/>
          <ac:cxnSpMkLst>
            <pc:docMk/>
            <pc:sldMk cId="350817917" sldId="383"/>
            <ac:cxnSpMk id="86" creationId="{72683281-6AA6-FF96-DF72-D55FC7631106}"/>
          </ac:cxnSpMkLst>
        </pc:cxnChg>
        <pc:cxnChg chg="mod">
          <ac:chgData name="Olivier Lefebvre" userId="6f87d5af-f62a-47df-9c4f-aec2b3e9431f" providerId="ADAL" clId="{0D85137F-D0BC-46D7-A79F-5F58935EB7FD}" dt="2026-04-27T15:16:13.443" v="2258" actId="12789"/>
          <ac:cxnSpMkLst>
            <pc:docMk/>
            <pc:sldMk cId="350817917" sldId="383"/>
            <ac:cxnSpMk id="87" creationId="{CF3098E4-AC89-7FDD-9333-E9136FA5BCF7}"/>
          </ac:cxnSpMkLst>
        </pc:cxnChg>
        <pc:cxnChg chg="mod">
          <ac:chgData name="Olivier Lefebvre" userId="6f87d5af-f62a-47df-9c4f-aec2b3e9431f" providerId="ADAL" clId="{0D85137F-D0BC-46D7-A79F-5F58935EB7FD}" dt="2026-04-24T16:03:24.612" v="2140" actId="14100"/>
          <ac:cxnSpMkLst>
            <pc:docMk/>
            <pc:sldMk cId="350817917" sldId="383"/>
            <ac:cxnSpMk id="89" creationId="{73639AFC-FC1E-25BB-7BB3-8F7E790EC07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CAF17FA-651E-0E42-A6BE-D4A0484837FB}" type="datetime1">
              <a:rPr lang="fr-FR" altLang="x-none"/>
              <a:pPr>
                <a:defRPr/>
              </a:pPr>
              <a:t>29/04/2026</a:t>
            </a:fld>
            <a:endParaRPr lang="fr-FR" altLang="x-non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AB6679F-8AFA-BB4B-A1B0-55DCE4DD829D}" type="slidenum">
              <a:rPr lang="fr-FR" altLang="x-none"/>
              <a:pPr>
                <a:defRPr/>
              </a:pPr>
              <a:t>‹N°›</a:t>
            </a:fld>
            <a:endParaRPr lang="fr-FR" altLang="x-none"/>
          </a:p>
        </p:txBody>
      </p:sp>
    </p:spTree>
    <p:extLst>
      <p:ext uri="{BB962C8B-B14F-4D97-AF65-F5344CB8AC3E}">
        <p14:creationId xmlns:p14="http://schemas.microsoft.com/office/powerpoint/2010/main" val="1790536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x-none" noProof="0"/>
              <a:t>Cliquez pour modifier les styles du texte du masque</a:t>
            </a:r>
          </a:p>
          <a:p>
            <a:pPr lvl="1"/>
            <a:r>
              <a:rPr lang="fr-FR" altLang="x-none" noProof="0"/>
              <a:t>Deuxième niveau</a:t>
            </a:r>
          </a:p>
          <a:p>
            <a:pPr lvl="2"/>
            <a:r>
              <a:rPr lang="fr-FR" altLang="x-none" noProof="0"/>
              <a:t>Troisième niveau</a:t>
            </a:r>
          </a:p>
          <a:p>
            <a:pPr lvl="3"/>
            <a:r>
              <a:rPr lang="fr-FR" altLang="x-none" noProof="0"/>
              <a:t>Quatrième niveau</a:t>
            </a:r>
          </a:p>
          <a:p>
            <a:pPr lvl="4"/>
            <a:r>
              <a:rPr lang="fr-FR" altLang="x-none" noProof="0"/>
              <a:t>Cinquième niveau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2BA4F3A-7F2A-F149-B466-AAABF38C2E0E}" type="slidenum">
              <a:rPr lang="fr-FR" altLang="x-none"/>
              <a:pPr>
                <a:defRPr/>
              </a:pPr>
              <a:t>‹N°›</a:t>
            </a:fld>
            <a:endParaRPr lang="fr-FR" altLang="x-none"/>
          </a:p>
        </p:txBody>
      </p:sp>
    </p:spTree>
    <p:extLst>
      <p:ext uri="{BB962C8B-B14F-4D97-AF65-F5344CB8AC3E}">
        <p14:creationId xmlns:p14="http://schemas.microsoft.com/office/powerpoint/2010/main" val="35274820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B2717-3D9A-6838-E2B0-35243B0BB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1077B1-E42C-3A9D-F7BA-36B3BFCE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CDB203-7811-C8B1-9CC3-42FC0A88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FD05B3-EA98-F312-8ED0-165CA461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93CB9D-B3E0-6428-8036-1A878EA3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531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7807E-8706-FCA4-7CED-F849E06A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C556E9-5136-2B82-0716-C5ED72967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752D2A-A3F2-12A5-0097-E1DBCC92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921BD8-A1E8-D3F7-1D8E-C6625320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1ECC69-5374-D9E4-84C5-47FF0BE1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246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440A5-D575-C30B-B89C-63BCFF23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6C338E-EB58-F536-D28A-00D59A760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8CD992-CB0A-E4A8-30F1-F560DE4E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EE81F2-C138-A0BA-D960-AD728AF7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75F706-8857-DA2C-115C-9E314CE5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358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07DBF-5FC6-94FB-D0D3-0369271C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6D527-63A3-5C3A-D252-162D1FE8C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C759FE-2DFC-A234-EBCB-E44044BD3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169420-E3D5-AD25-A452-B74AF904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135D50-8AFF-4ED3-6BB2-22EFAA26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AE8EA0-8339-A2B6-EFAF-4E2E7577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483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75E3A-2EC1-0BA3-8866-8254FA5A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6F3D2A-6D50-207A-285D-EA04B5547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F3FAA1-4C09-ED30-AFE6-C9FF4D2B1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F6A86C-D460-FC86-C230-F0483D548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2BA4B6-B6B3-DE71-6B7D-ACA2549C6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F3F3E5-25C7-981A-F7CA-B57AF99C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6D7CD1-A4DF-72F4-635A-811520AD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39C702-EB64-2CBB-666C-E8310760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5712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24239-3631-7E87-329F-E03792FA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0D07EF-2EEE-117E-16C4-A61E9EFB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74623B-729C-C2C6-461C-AA6D1CF1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423E04-2F53-C103-6B9A-32F7C088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276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6BE50D-AC4B-3BD1-1E2B-9FF0BCF4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0874BC-8B3D-9FA3-BBA9-EFBFD536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FEE852-D066-7A7F-D86E-368B854C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131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064F21-B66A-EB56-2460-3BBB5C4C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B98CC4-9602-361E-684C-0422F0858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54C3B3-3FDA-BB8F-32DF-09944CDDF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F86174-C264-A3CF-0DA7-FDC2A418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55E902-41D6-8F9E-D5EA-24AB1B90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98F26C-4343-47F3-B796-DA03BF2A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411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7262EB-E899-CC26-309F-9DF83FE7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A2B448-3FC6-2359-E916-A095B3D05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DA3B47-A956-D27E-9E3B-41217B313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F5F1E6-949D-23AA-7F04-D6E888D8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DF7A23-B100-65DF-1365-1B682F55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6E93FC-BC83-5FB1-87F2-53FACE6C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2878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E4B642-F3D4-29DA-E67A-0FD8AE90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52568C-2D8D-5D22-9632-FC7B19330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05833-21B3-EE55-E4CC-8023EEFD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625F19-3509-016B-3C98-DE3FF5F3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7AA917-5726-D0D9-8EBC-8AC402AC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1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79194A-A2CE-3CAB-008A-C7CA62FCA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42EDA0-B90C-D166-AA5B-86DA94270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19FA48-9DB6-3792-023A-FF2C62F7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2DFCD9-60E3-5213-FAE2-BD04C0C0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1D942B-C986-0303-0E06-D8F05DC0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8874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763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845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49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571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517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912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06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0604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813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388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5577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520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020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89969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1234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6407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523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0109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8941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31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801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88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7C5CE0-88EA-716E-80DF-662B46B5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56100B-A984-84AA-6475-B55508B8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5E34F5-4DEF-3900-A313-0793CF876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0A7CC-8811-4890-8749-F00848F0669A}" type="datetimeFigureOut">
              <a:rPr lang="fr-CA" smtClean="0"/>
              <a:t>2026-04-29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686469-82F6-88FC-C9B2-884516F32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2D555F-C333-807A-9A52-BD9A14360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ABC5A-CEF1-4902-A067-8613DED972C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644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52CA3-4BBD-4C1A-A88D-F743E91E06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98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3AA3C-49C5-4508-882F-CD6DDEA23BF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12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6ECB-DC78-5052-78BE-1B914995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E8273EC5-0AAB-2C10-29ED-F7D170A45C70}"/>
              </a:ext>
            </a:extLst>
          </p:cNvPr>
          <p:cNvSpPr/>
          <p:nvPr/>
        </p:nvSpPr>
        <p:spPr>
          <a:xfrm>
            <a:off x="85390" y="466344"/>
            <a:ext cx="2560320" cy="2764655"/>
          </a:xfrm>
          <a:prstGeom prst="roundRect">
            <a:avLst>
              <a:gd name="adj" fmla="val 10074"/>
            </a:avLst>
          </a:prstGeom>
          <a:solidFill>
            <a:srgbClr val="3B82F6">
              <a:alpha val="14902"/>
            </a:srgbClr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809BC86-0ABA-B758-684E-5CF1BEDB8536}"/>
              </a:ext>
            </a:extLst>
          </p:cNvPr>
          <p:cNvSpPr/>
          <p:nvPr/>
        </p:nvSpPr>
        <p:spPr>
          <a:xfrm>
            <a:off x="2926080" y="457199"/>
            <a:ext cx="2966159" cy="2773801"/>
          </a:xfrm>
          <a:prstGeom prst="roundRect">
            <a:avLst>
              <a:gd name="adj" fmla="val 8446"/>
            </a:avLst>
          </a:prstGeom>
          <a:solidFill>
            <a:srgbClr val="F59E0B">
              <a:alpha val="14902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2C52394-F385-B093-C07F-2FFB46CA4B50}"/>
              </a:ext>
            </a:extLst>
          </p:cNvPr>
          <p:cNvSpPr/>
          <p:nvPr/>
        </p:nvSpPr>
        <p:spPr>
          <a:xfrm>
            <a:off x="6217920" y="457200"/>
            <a:ext cx="2834640" cy="2767084"/>
          </a:xfrm>
          <a:prstGeom prst="roundRect">
            <a:avLst>
              <a:gd name="adj" fmla="val 8275"/>
            </a:avLst>
          </a:prstGeom>
          <a:solidFill>
            <a:srgbClr val="78206E">
              <a:alpha val="14902"/>
            </a:srgbClr>
          </a:solidFill>
          <a:ln w="19050">
            <a:solidFill>
              <a:srgbClr val="7820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5BEEEC-0B66-D6CD-CD4B-3C4EA951F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13" y="1549936"/>
            <a:ext cx="736092" cy="73609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43FD268-ACDE-5574-8604-20368F23FA8B}"/>
              </a:ext>
            </a:extLst>
          </p:cNvPr>
          <p:cNvSpPr txBox="1"/>
          <p:nvPr/>
        </p:nvSpPr>
        <p:spPr>
          <a:xfrm>
            <a:off x="1158544" y="1586933"/>
            <a:ext cx="1398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/>
              <a:t>Modèle prédictif</a:t>
            </a:r>
            <a:endParaRPr lang="en-CA" sz="160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9CBA487-E7BC-7F66-E3CB-F1BFAB58E2B1}"/>
              </a:ext>
            </a:extLst>
          </p:cNvPr>
          <p:cNvGrpSpPr/>
          <p:nvPr/>
        </p:nvGrpSpPr>
        <p:grpSpPr>
          <a:xfrm>
            <a:off x="324484" y="2815527"/>
            <a:ext cx="2082132" cy="369332"/>
            <a:chOff x="3374064" y="1115820"/>
            <a:chExt cx="2082132" cy="369332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6FA5929A-714A-D98E-42AE-2DCF2829CAF1}"/>
                </a:ext>
              </a:extLst>
            </p:cNvPr>
            <p:cNvSpPr/>
            <p:nvPr/>
          </p:nvSpPr>
          <p:spPr>
            <a:xfrm>
              <a:off x="3374065" y="1143323"/>
              <a:ext cx="2055628" cy="31688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780CD250-FF8A-167A-4707-D00504F4318D}"/>
                </a:ext>
              </a:extLst>
            </p:cNvPr>
            <p:cNvSpPr/>
            <p:nvPr/>
          </p:nvSpPr>
          <p:spPr>
            <a:xfrm>
              <a:off x="3374064" y="1143323"/>
              <a:ext cx="1269373" cy="316882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64C6D1DF-5D23-A4D0-1B56-E28211E39F2D}"/>
                </a:ext>
              </a:extLst>
            </p:cNvPr>
            <p:cNvSpPr txBox="1"/>
            <p:nvPr/>
          </p:nvSpPr>
          <p:spPr>
            <a:xfrm>
              <a:off x="3591583" y="1115820"/>
              <a:ext cx="1864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sz="1800">
                  <a:solidFill>
                    <a:schemeClr val="bg1"/>
                  </a:solidFill>
                </a:rPr>
                <a:t>Score de</a:t>
              </a:r>
              <a:r>
                <a:rPr lang="fr-CA" sz="1800"/>
                <a:t>  risque</a:t>
              </a:r>
              <a:endParaRPr lang="en-CA" sz="1800"/>
            </a:p>
          </p:txBody>
        </p:sp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413E8B9A-C8D3-FB84-E533-53FCB4CA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0" y="2446908"/>
            <a:ext cx="548640" cy="54864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91B018B-4123-2842-3023-A88F62463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195" y="2358268"/>
            <a:ext cx="548640" cy="548640"/>
          </a:xfrm>
          <a:prstGeom prst="rect">
            <a:avLst/>
          </a:prstGeom>
        </p:spPr>
      </p:pic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47A7A86E-30B6-10F5-CEB0-D0DDD5ABCA1B}"/>
              </a:ext>
            </a:extLst>
          </p:cNvPr>
          <p:cNvCxnSpPr>
            <a:cxnSpLocks/>
          </p:cNvCxnSpPr>
          <p:nvPr/>
        </p:nvCxnSpPr>
        <p:spPr>
          <a:xfrm>
            <a:off x="2667410" y="1651494"/>
            <a:ext cx="258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04C1B6B6-BD4A-0091-FEED-7096A3943756}"/>
              </a:ext>
            </a:extLst>
          </p:cNvPr>
          <p:cNvCxnSpPr>
            <a:cxnSpLocks/>
          </p:cNvCxnSpPr>
          <p:nvPr/>
        </p:nvCxnSpPr>
        <p:spPr>
          <a:xfrm>
            <a:off x="5913422" y="1753371"/>
            <a:ext cx="304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Image 36">
            <a:extLst>
              <a:ext uri="{FF2B5EF4-FFF2-40B4-BE49-F238E27FC236}">
                <a16:creationId xmlns:a16="http://schemas.microsoft.com/office/drawing/2014/main" id="{E73393DB-B764-CB29-307F-6DA5CCDE8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463" y="2464744"/>
            <a:ext cx="640080" cy="640080"/>
          </a:xfrm>
          <a:prstGeom prst="rect">
            <a:avLst/>
          </a:prstGeom>
        </p:spPr>
      </p:pic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C1DC94A-DC53-AD95-983E-5EF72FA1363E}"/>
              </a:ext>
            </a:extLst>
          </p:cNvPr>
          <p:cNvSpPr/>
          <p:nvPr/>
        </p:nvSpPr>
        <p:spPr>
          <a:xfrm>
            <a:off x="6311809" y="1724744"/>
            <a:ext cx="1070344" cy="464607"/>
          </a:xfrm>
          <a:prstGeom prst="roundRect">
            <a:avLst/>
          </a:prstGeom>
          <a:solidFill>
            <a:srgbClr val="28CCA9"/>
          </a:solidFill>
          <a:ln>
            <a:solidFill>
              <a:srgbClr val="28CC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>
                <a:solidFill>
                  <a:schemeClr val="tx1"/>
                </a:solidFill>
              </a:rPr>
              <a:t>Confiant  </a:t>
            </a:r>
            <a:r>
              <a:rPr lang="en-US" sz="1400" b="1">
                <a:solidFill>
                  <a:schemeClr val="tx1"/>
                </a:solidFill>
              </a:rPr>
              <a:t>✓</a:t>
            </a:r>
            <a:endParaRPr lang="en-CA" sz="1400" b="1">
              <a:solidFill>
                <a:schemeClr val="tx1"/>
              </a:solidFill>
            </a:endParaRP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91CC7170-CB0D-DEB6-CAFE-EF73C309529A}"/>
              </a:ext>
            </a:extLst>
          </p:cNvPr>
          <p:cNvSpPr/>
          <p:nvPr/>
        </p:nvSpPr>
        <p:spPr>
          <a:xfrm>
            <a:off x="7968127" y="1719069"/>
            <a:ext cx="1070344" cy="464607"/>
          </a:xfrm>
          <a:prstGeom prst="roundRect">
            <a:avLst/>
          </a:prstGeom>
          <a:solidFill>
            <a:srgbClr val="EC8C74"/>
          </a:solidFill>
          <a:ln>
            <a:solidFill>
              <a:srgbClr val="EC8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>
                <a:solidFill>
                  <a:schemeClr val="tx1"/>
                </a:solidFill>
              </a:rPr>
              <a:t>Incertain </a:t>
            </a:r>
            <a:r>
              <a:rPr lang="en-US" sz="1400" b="1">
                <a:solidFill>
                  <a:schemeClr val="tx1"/>
                </a:solidFill>
              </a:rPr>
              <a:t>⚠</a:t>
            </a:r>
            <a:endParaRPr lang="en-CA" sz="1400" b="1">
              <a:solidFill>
                <a:schemeClr val="tx1"/>
              </a:solidFill>
            </a:endParaRPr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3AFA2945-C8A7-83C3-2F06-D4FAF814CACD}"/>
              </a:ext>
            </a:extLst>
          </p:cNvPr>
          <p:cNvCxnSpPr>
            <a:cxnSpLocks/>
          </p:cNvCxnSpPr>
          <p:nvPr/>
        </p:nvCxnSpPr>
        <p:spPr>
          <a:xfrm flipH="1">
            <a:off x="6896691" y="1248705"/>
            <a:ext cx="405648" cy="38093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63F7532E-81C3-04DF-2560-1B1659174E0D}"/>
              </a:ext>
            </a:extLst>
          </p:cNvPr>
          <p:cNvCxnSpPr>
            <a:cxnSpLocks/>
          </p:cNvCxnSpPr>
          <p:nvPr/>
        </p:nvCxnSpPr>
        <p:spPr>
          <a:xfrm>
            <a:off x="7981110" y="1240180"/>
            <a:ext cx="419570" cy="42743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Image 50">
            <a:extLst>
              <a:ext uri="{FF2B5EF4-FFF2-40B4-BE49-F238E27FC236}">
                <a16:creationId xmlns:a16="http://schemas.microsoft.com/office/drawing/2014/main" id="{1FDBC8C3-4EC1-6A10-040A-C4F269D9D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515" y="2582452"/>
            <a:ext cx="503737" cy="462858"/>
          </a:xfrm>
          <a:prstGeom prst="rect">
            <a:avLst/>
          </a:prstGeom>
        </p:spPr>
      </p:pic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A8ED2D1-9C54-8B68-BB70-C5C328567EB8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6846981" y="2189351"/>
            <a:ext cx="0" cy="25582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94ED1413-C3F6-88E9-F60C-32BF5FEBED49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8503299" y="2183676"/>
            <a:ext cx="0" cy="27036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F9BDC88-CE28-B3BC-E1B8-4F6E23B526E9}"/>
              </a:ext>
            </a:extLst>
          </p:cNvPr>
          <p:cNvSpPr/>
          <p:nvPr/>
        </p:nvSpPr>
        <p:spPr>
          <a:xfrm>
            <a:off x="2926080" y="418954"/>
            <a:ext cx="2966159" cy="31300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Confiance</a:t>
            </a:r>
            <a:endParaRPr lang="en-CA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EFF795-2DEE-0C36-BDAF-D06A87F960BC}"/>
              </a:ext>
            </a:extLst>
          </p:cNvPr>
          <p:cNvSpPr/>
          <p:nvPr/>
        </p:nvSpPr>
        <p:spPr>
          <a:xfrm>
            <a:off x="85390" y="418954"/>
            <a:ext cx="2560320" cy="31300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Le modèle prédit</a:t>
            </a:r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623E95-7BC2-EA5E-5400-A9371EC79A50}"/>
              </a:ext>
            </a:extLst>
          </p:cNvPr>
          <p:cNvSpPr/>
          <p:nvPr/>
        </p:nvSpPr>
        <p:spPr>
          <a:xfrm>
            <a:off x="6217919" y="420008"/>
            <a:ext cx="2834640" cy="31089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/>
              <a:t>Décision sélective</a:t>
            </a:r>
            <a:endParaRPr lang="en-CA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D1CDEF6-56B2-5FE1-655E-CFA805189E8B}"/>
              </a:ext>
            </a:extLst>
          </p:cNvPr>
          <p:cNvSpPr txBox="1"/>
          <p:nvPr/>
        </p:nvSpPr>
        <p:spPr>
          <a:xfrm>
            <a:off x="-12056" y="3437"/>
            <a:ext cx="9161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/>
              <a:t>Rendre l’IA plus humble</a:t>
            </a:r>
            <a:endParaRPr lang="en-CA" b="1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1FDD2E1A-7065-3FD6-F61F-294D82B68A1B}"/>
              </a:ext>
            </a:extLst>
          </p:cNvPr>
          <p:cNvSpPr/>
          <p:nvPr/>
        </p:nvSpPr>
        <p:spPr>
          <a:xfrm>
            <a:off x="203055" y="1534384"/>
            <a:ext cx="2257898" cy="773924"/>
          </a:xfrm>
          <a:prstGeom prst="roundRect">
            <a:avLst/>
          </a:prstGeom>
          <a:noFill/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raphique 9" descr="Fronde avec un remplissage uni">
            <a:extLst>
              <a:ext uri="{FF2B5EF4-FFF2-40B4-BE49-F238E27FC236}">
                <a16:creationId xmlns:a16="http://schemas.microsoft.com/office/drawing/2014/main" id="{931A43BC-5A50-64EA-FC51-33992EEFF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893" y="792621"/>
            <a:ext cx="524520" cy="510507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6F0D7E40-D870-B834-30BC-BD9F3F5A06EF}"/>
              </a:ext>
            </a:extLst>
          </p:cNvPr>
          <p:cNvSpPr txBox="1"/>
          <p:nvPr/>
        </p:nvSpPr>
        <p:spPr>
          <a:xfrm>
            <a:off x="1494235" y="930839"/>
            <a:ext cx="902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/>
              <a:t>Patient</a:t>
            </a:r>
            <a:endParaRPr lang="en-CA" sz="1600"/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37A26797-3365-B41D-364E-116E54377BC4}"/>
              </a:ext>
            </a:extLst>
          </p:cNvPr>
          <p:cNvCxnSpPr>
            <a:cxnSpLocks/>
          </p:cNvCxnSpPr>
          <p:nvPr/>
        </p:nvCxnSpPr>
        <p:spPr>
          <a:xfrm>
            <a:off x="1341528" y="1312498"/>
            <a:ext cx="0" cy="1997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C37CD83E-316B-1EEF-9323-83D49FDC45BF}"/>
              </a:ext>
            </a:extLst>
          </p:cNvPr>
          <p:cNvCxnSpPr>
            <a:cxnSpLocks/>
          </p:cNvCxnSpPr>
          <p:nvPr/>
        </p:nvCxnSpPr>
        <p:spPr>
          <a:xfrm>
            <a:off x="1365550" y="2358268"/>
            <a:ext cx="0" cy="3849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E06402FF-F138-BCDC-8425-530E6A25C6DE}"/>
              </a:ext>
            </a:extLst>
          </p:cNvPr>
          <p:cNvSpPr/>
          <p:nvPr/>
        </p:nvSpPr>
        <p:spPr>
          <a:xfrm>
            <a:off x="3709528" y="833180"/>
            <a:ext cx="1280160" cy="274320"/>
          </a:xfrm>
          <a:prstGeom prst="roundRect">
            <a:avLst/>
          </a:prstGeom>
          <a:solidFill>
            <a:srgbClr val="F59E0B">
              <a:alpha val="50196"/>
            </a:srgbClr>
          </a:solidFill>
          <a:ln w="285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>
                <a:solidFill>
                  <a:schemeClr val="tx1"/>
                </a:solidFill>
              </a:rPr>
              <a:t>Âge &gt; 75?</a:t>
            </a:r>
            <a:endParaRPr lang="en-CA" sz="1600">
              <a:solidFill>
                <a:schemeClr val="tx1"/>
              </a:solidFill>
            </a:endParaRPr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2CA0C684-BDD5-EE0E-5C39-C39BA3D4DD5A}"/>
              </a:ext>
            </a:extLst>
          </p:cNvPr>
          <p:cNvSpPr/>
          <p:nvPr/>
        </p:nvSpPr>
        <p:spPr>
          <a:xfrm>
            <a:off x="3209196" y="1724262"/>
            <a:ext cx="1140412" cy="287483"/>
          </a:xfrm>
          <a:prstGeom prst="roundRect">
            <a:avLst/>
          </a:prstGeom>
          <a:solidFill>
            <a:srgbClr val="28CCA9"/>
          </a:solidFill>
          <a:ln w="28575">
            <a:solidFill>
              <a:srgbClr val="28CC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5040"/>
                </a:solidFill>
              </a:rPr>
              <a:t>✓</a:t>
            </a:r>
            <a:r>
              <a:rPr lang="en-US" sz="1600">
                <a:solidFill>
                  <a:srgbClr val="005040"/>
                </a:solidFill>
              </a:rPr>
              <a:t>  </a:t>
            </a:r>
            <a:r>
              <a:rPr lang="fr-CA" sz="1600">
                <a:solidFill>
                  <a:schemeClr val="tx1"/>
                </a:solidFill>
              </a:rPr>
              <a:t>Fiable</a:t>
            </a:r>
            <a:endParaRPr lang="en-CA" sz="1600">
              <a:solidFill>
                <a:schemeClr val="tx1"/>
              </a:solidFill>
            </a:endParaRPr>
          </a:p>
        </p:txBody>
      </p: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69472A06-FCDA-02A9-3AEB-07B0958812F0}"/>
              </a:ext>
            </a:extLst>
          </p:cNvPr>
          <p:cNvCxnSpPr>
            <a:cxnSpLocks/>
            <a:stCxn id="62" idx="2"/>
            <a:endCxn id="75" idx="0"/>
          </p:cNvCxnSpPr>
          <p:nvPr/>
        </p:nvCxnSpPr>
        <p:spPr>
          <a:xfrm flipH="1">
            <a:off x="3779402" y="1107500"/>
            <a:ext cx="570206" cy="6167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 : coins arrondis 78">
            <a:extLst>
              <a:ext uri="{FF2B5EF4-FFF2-40B4-BE49-F238E27FC236}">
                <a16:creationId xmlns:a16="http://schemas.microsoft.com/office/drawing/2014/main" id="{242292B7-FA12-31A8-B4CF-A85A6F80CD1B}"/>
              </a:ext>
            </a:extLst>
          </p:cNvPr>
          <p:cNvSpPr/>
          <p:nvPr/>
        </p:nvSpPr>
        <p:spPr>
          <a:xfrm>
            <a:off x="4487561" y="1718376"/>
            <a:ext cx="1220882" cy="274320"/>
          </a:xfrm>
          <a:prstGeom prst="roundRect">
            <a:avLst/>
          </a:prstGeom>
          <a:solidFill>
            <a:srgbClr val="F59E0B">
              <a:alpha val="50196"/>
            </a:srgbClr>
          </a:solidFill>
          <a:ln w="285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>
                <a:solidFill>
                  <a:srgbClr val="5A0000"/>
                </a:solidFill>
              </a:rPr>
              <a:t>Cancer?</a:t>
            </a:r>
            <a:endParaRPr lang="en-CA" sz="1600">
              <a:solidFill>
                <a:schemeClr val="tx1"/>
              </a:solidFill>
            </a:endParaRP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3BEDC465-B666-AB42-817D-07D79E371D18}"/>
              </a:ext>
            </a:extLst>
          </p:cNvPr>
          <p:cNvCxnSpPr>
            <a:cxnSpLocks/>
            <a:stCxn id="62" idx="2"/>
            <a:endCxn id="79" idx="0"/>
          </p:cNvCxnSpPr>
          <p:nvPr/>
        </p:nvCxnSpPr>
        <p:spPr>
          <a:xfrm>
            <a:off x="4349608" y="1107500"/>
            <a:ext cx="748394" cy="610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AB67941F-F5BE-2DAB-1737-F91D1507BA7F}"/>
              </a:ext>
            </a:extLst>
          </p:cNvPr>
          <p:cNvSpPr/>
          <p:nvPr/>
        </p:nvSpPr>
        <p:spPr>
          <a:xfrm>
            <a:off x="3650385" y="2513689"/>
            <a:ext cx="2185096" cy="429986"/>
          </a:xfrm>
          <a:prstGeom prst="roundRect">
            <a:avLst/>
          </a:prstGeom>
          <a:solidFill>
            <a:srgbClr val="EC8C74"/>
          </a:solidFill>
          <a:ln w="28575">
            <a:solidFill>
              <a:srgbClr val="EC8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⚠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fr-CA" sz="1400">
                <a:solidFill>
                  <a:schemeClr val="tx1"/>
                </a:solidFill>
              </a:rPr>
              <a:t>: &gt;75 ans + cancer </a:t>
            </a:r>
            <a:br>
              <a:rPr lang="fr-CA" sz="1400">
                <a:solidFill>
                  <a:schemeClr val="tx1"/>
                </a:solidFill>
              </a:rPr>
            </a:br>
            <a:r>
              <a:rPr lang="fr-CA" sz="1400">
                <a:solidFill>
                  <a:schemeClr val="tx1"/>
                </a:solidFill>
              </a:rPr>
              <a:t>→ taux d’erreur plus élevé</a:t>
            </a:r>
            <a:endParaRPr lang="en-CA" sz="1400">
              <a:solidFill>
                <a:schemeClr val="tx1"/>
              </a:solidFill>
            </a:endParaRPr>
          </a:p>
        </p:txBody>
      </p: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73639AFC-FC1E-25BB-7BB3-8F7E790EC072}"/>
              </a:ext>
            </a:extLst>
          </p:cNvPr>
          <p:cNvCxnSpPr>
            <a:cxnSpLocks/>
            <a:stCxn id="79" idx="2"/>
          </p:cNvCxnSpPr>
          <p:nvPr/>
        </p:nvCxnSpPr>
        <p:spPr>
          <a:xfrm flipH="1">
            <a:off x="4909567" y="1992696"/>
            <a:ext cx="188435" cy="4969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Graphique 64" descr="Homme avec canne avec un remplissage uni">
            <a:extLst>
              <a:ext uri="{FF2B5EF4-FFF2-40B4-BE49-F238E27FC236}">
                <a16:creationId xmlns:a16="http://schemas.microsoft.com/office/drawing/2014/main" id="{26F15763-A9BB-109C-042B-BAC782385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1786" y="1170088"/>
            <a:ext cx="640080" cy="640080"/>
          </a:xfrm>
          <a:prstGeom prst="rect">
            <a:avLst/>
          </a:prstGeom>
        </p:spPr>
      </p:pic>
      <p:pic>
        <p:nvPicPr>
          <p:cNvPr id="61" name="Graphique 60" descr="Écolière avec un remplissage uni">
            <a:extLst>
              <a:ext uri="{FF2B5EF4-FFF2-40B4-BE49-F238E27FC236}">
                <a16:creationId xmlns:a16="http://schemas.microsoft.com/office/drawing/2014/main" id="{D551BF67-CF02-9548-AF98-1FE33E664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52985" y="1204892"/>
            <a:ext cx="640080" cy="640080"/>
          </a:xfrm>
          <a:prstGeom prst="rect">
            <a:avLst/>
          </a:prstGeom>
        </p:spPr>
      </p:pic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F98D0FAA-3E10-1DEC-7DF6-92EE10539D53}"/>
              </a:ext>
            </a:extLst>
          </p:cNvPr>
          <p:cNvSpPr/>
          <p:nvPr/>
        </p:nvSpPr>
        <p:spPr>
          <a:xfrm>
            <a:off x="6657366" y="822908"/>
            <a:ext cx="1955748" cy="337101"/>
          </a:xfrm>
          <a:prstGeom prst="roundRect">
            <a:avLst/>
          </a:prstGeom>
          <a:solidFill>
            <a:srgbClr val="E7DA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b="1">
                <a:solidFill>
                  <a:schemeClr val="tx1"/>
                </a:solidFill>
              </a:rPr>
              <a:t>Pour chaque patient</a:t>
            </a:r>
            <a:endParaRPr lang="en-CA" sz="1400" b="1">
              <a:solidFill>
                <a:schemeClr val="tx1"/>
              </a:solidFill>
            </a:endParaRPr>
          </a:p>
        </p:txBody>
      </p:sp>
      <p:pic>
        <p:nvPicPr>
          <p:cNvPr id="121" name="Image 120">
            <a:extLst>
              <a:ext uri="{FF2B5EF4-FFF2-40B4-BE49-F238E27FC236}">
                <a16:creationId xmlns:a16="http://schemas.microsoft.com/office/drawing/2014/main" id="{F5FDF960-D983-30F2-8E24-62DA0EF18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6875" y="4029770"/>
            <a:ext cx="835789" cy="835789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A16D8DC1-600B-119E-ADDB-EFD46B18F676}"/>
              </a:ext>
            </a:extLst>
          </p:cNvPr>
          <p:cNvSpPr txBox="1"/>
          <p:nvPr/>
        </p:nvSpPr>
        <p:spPr>
          <a:xfrm>
            <a:off x="3433861" y="1188026"/>
            <a:ext cx="845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/>
              <a:t>Non</a:t>
            </a:r>
            <a:endParaRPr lang="en-CA" sz="1600" b="1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BA793F8-946B-96CA-7001-3C2411B560B9}"/>
              </a:ext>
            </a:extLst>
          </p:cNvPr>
          <p:cNvSpPr txBox="1"/>
          <p:nvPr/>
        </p:nvSpPr>
        <p:spPr>
          <a:xfrm>
            <a:off x="4534444" y="1222109"/>
            <a:ext cx="845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/>
              <a:t>Oui</a:t>
            </a:r>
            <a:endParaRPr lang="en-CA" sz="1600" b="1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BF7627F-9952-25DD-80FB-AE550001161C}"/>
              </a:ext>
            </a:extLst>
          </p:cNvPr>
          <p:cNvSpPr txBox="1"/>
          <p:nvPr/>
        </p:nvSpPr>
        <p:spPr>
          <a:xfrm>
            <a:off x="4444440" y="2097387"/>
            <a:ext cx="562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/>
              <a:t>Oui</a:t>
            </a:r>
            <a:endParaRPr lang="en-CA" sz="1600" b="1"/>
          </a:p>
        </p:txBody>
      </p:sp>
      <p:pic>
        <p:nvPicPr>
          <p:cNvPr id="26" name="Graphique 25" descr="Écolière avec un remplissage uni">
            <a:extLst>
              <a:ext uri="{FF2B5EF4-FFF2-40B4-BE49-F238E27FC236}">
                <a16:creationId xmlns:a16="http://schemas.microsoft.com/office/drawing/2014/main" id="{BBEDBC18-6F95-14F9-84BE-82F30E73C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4975" y="3812578"/>
            <a:ext cx="646332" cy="646332"/>
          </a:xfrm>
          <a:prstGeom prst="rect">
            <a:avLst/>
          </a:prstGeom>
        </p:spPr>
      </p:pic>
      <p:pic>
        <p:nvPicPr>
          <p:cNvPr id="27" name="Graphique 26" descr="Homme avec canne avec un remplissage uni">
            <a:extLst>
              <a:ext uri="{FF2B5EF4-FFF2-40B4-BE49-F238E27FC236}">
                <a16:creationId xmlns:a16="http://schemas.microsoft.com/office/drawing/2014/main" id="{3E185BC9-1B28-ABD0-2EA7-D762125FEF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3291" y="4440943"/>
            <a:ext cx="664362" cy="664362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FBE98468-119D-EDA9-017C-8AA389208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933" y="4129467"/>
            <a:ext cx="736092" cy="736092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D6F117CE-2051-19DC-D60C-34C5A3D3D245}"/>
              </a:ext>
            </a:extLst>
          </p:cNvPr>
          <p:cNvSpPr txBox="1"/>
          <p:nvPr/>
        </p:nvSpPr>
        <p:spPr>
          <a:xfrm>
            <a:off x="1387842" y="3488670"/>
            <a:ext cx="978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800" b="1">
                <a:solidFill>
                  <a:srgbClr val="3B82F6"/>
                </a:solidFill>
              </a:rPr>
              <a:t>Modèle</a:t>
            </a:r>
            <a:endParaRPr lang="en-CA" sz="1800" b="1">
              <a:solidFill>
                <a:srgbClr val="3B82F6"/>
              </a:solidFill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BEF3902D-9063-E0DE-F3DC-241B9117E30E}"/>
              </a:ext>
            </a:extLst>
          </p:cNvPr>
          <p:cNvCxnSpPr>
            <a:cxnSpLocks/>
          </p:cNvCxnSpPr>
          <p:nvPr/>
        </p:nvCxnSpPr>
        <p:spPr>
          <a:xfrm>
            <a:off x="853029" y="4279662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5D0F4D7E-1810-2115-BE78-417C45169D0A}"/>
              </a:ext>
            </a:extLst>
          </p:cNvPr>
          <p:cNvCxnSpPr>
            <a:cxnSpLocks/>
          </p:cNvCxnSpPr>
          <p:nvPr/>
        </p:nvCxnSpPr>
        <p:spPr>
          <a:xfrm>
            <a:off x="853029" y="4744933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2AF4F3E2-6698-5E3F-8879-77649A07ABDF}"/>
              </a:ext>
            </a:extLst>
          </p:cNvPr>
          <p:cNvCxnSpPr>
            <a:cxnSpLocks/>
          </p:cNvCxnSpPr>
          <p:nvPr/>
        </p:nvCxnSpPr>
        <p:spPr>
          <a:xfrm>
            <a:off x="2365735" y="4279662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5707ECA6-2160-8EA6-24E8-0E2DF46FAD2A}"/>
              </a:ext>
            </a:extLst>
          </p:cNvPr>
          <p:cNvCxnSpPr>
            <a:cxnSpLocks/>
          </p:cNvCxnSpPr>
          <p:nvPr/>
        </p:nvCxnSpPr>
        <p:spPr>
          <a:xfrm>
            <a:off x="2365735" y="4744933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e 6">
            <a:extLst>
              <a:ext uri="{FF2B5EF4-FFF2-40B4-BE49-F238E27FC236}">
                <a16:creationId xmlns:a16="http://schemas.microsoft.com/office/drawing/2014/main" id="{B82727FC-649F-F43F-033A-56AB673EE2C1}"/>
              </a:ext>
            </a:extLst>
          </p:cNvPr>
          <p:cNvGrpSpPr/>
          <p:nvPr/>
        </p:nvGrpSpPr>
        <p:grpSpPr>
          <a:xfrm>
            <a:off x="3005522" y="4546868"/>
            <a:ext cx="877987" cy="369332"/>
            <a:chOff x="2754835" y="4546868"/>
            <a:chExt cx="877987" cy="369332"/>
          </a:xfrm>
        </p:grpSpPr>
        <p:sp>
          <p:nvSpPr>
            <p:cNvPr id="63" name="Rectangle : coins arrondis 62">
              <a:extLst>
                <a:ext uri="{FF2B5EF4-FFF2-40B4-BE49-F238E27FC236}">
                  <a16:creationId xmlns:a16="http://schemas.microsoft.com/office/drawing/2014/main" id="{39C9A471-A120-93C8-3417-B9D1E946E87D}"/>
                </a:ext>
              </a:extLst>
            </p:cNvPr>
            <p:cNvSpPr/>
            <p:nvPr/>
          </p:nvSpPr>
          <p:spPr>
            <a:xfrm>
              <a:off x="2754836" y="4572493"/>
              <a:ext cx="877986" cy="29524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4" name="Rectangle : coins arrondis 63">
              <a:extLst>
                <a:ext uri="{FF2B5EF4-FFF2-40B4-BE49-F238E27FC236}">
                  <a16:creationId xmlns:a16="http://schemas.microsoft.com/office/drawing/2014/main" id="{B45B465D-9559-3861-B169-1A52FED311A8}"/>
                </a:ext>
              </a:extLst>
            </p:cNvPr>
            <p:cNvSpPr/>
            <p:nvPr/>
          </p:nvSpPr>
          <p:spPr>
            <a:xfrm>
              <a:off x="2754835" y="4572493"/>
              <a:ext cx="778499" cy="295248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7DE9DAD1-E83A-938F-BC66-5A6369184778}"/>
                </a:ext>
              </a:extLst>
            </p:cNvPr>
            <p:cNvSpPr txBox="1"/>
            <p:nvPr/>
          </p:nvSpPr>
          <p:spPr>
            <a:xfrm>
              <a:off x="2754835" y="4546868"/>
              <a:ext cx="877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800">
                  <a:solidFill>
                    <a:schemeClr val="bg1"/>
                  </a:solidFill>
                </a:rPr>
                <a:t>91%</a:t>
              </a:r>
              <a:endParaRPr lang="en-CA" sz="1800"/>
            </a:p>
          </p:txBody>
        </p:sp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58C394A1-D9DD-3E3B-B90E-A6344C2141B5}"/>
              </a:ext>
            </a:extLst>
          </p:cNvPr>
          <p:cNvSpPr txBox="1"/>
          <p:nvPr/>
        </p:nvSpPr>
        <p:spPr>
          <a:xfrm>
            <a:off x="2460953" y="3398619"/>
            <a:ext cx="194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800" b="1">
                <a:solidFill>
                  <a:srgbClr val="3B82F6"/>
                </a:solidFill>
              </a:rPr>
              <a:t>Risque de mortalité prédit</a:t>
            </a:r>
            <a:endParaRPr lang="en-CA" sz="1800" b="1">
              <a:solidFill>
                <a:srgbClr val="3B82F6"/>
              </a:solidFill>
            </a:endParaRPr>
          </a:p>
        </p:txBody>
      </p: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7FE8DC2A-29D5-BD12-A223-472B19FF76B2}"/>
              </a:ext>
            </a:extLst>
          </p:cNvPr>
          <p:cNvCxnSpPr>
            <a:cxnSpLocks/>
          </p:cNvCxnSpPr>
          <p:nvPr/>
        </p:nvCxnSpPr>
        <p:spPr>
          <a:xfrm>
            <a:off x="4107040" y="4279662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DA6207FC-55B3-1CBF-0107-D48B8D7E8428}"/>
              </a:ext>
            </a:extLst>
          </p:cNvPr>
          <p:cNvCxnSpPr>
            <a:cxnSpLocks/>
          </p:cNvCxnSpPr>
          <p:nvPr/>
        </p:nvCxnSpPr>
        <p:spPr>
          <a:xfrm>
            <a:off x="4107040" y="4744933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687E7AB5-F585-639B-AD4A-527382CE44F4}"/>
              </a:ext>
            </a:extLst>
          </p:cNvPr>
          <p:cNvCxnSpPr>
            <a:cxnSpLocks/>
          </p:cNvCxnSpPr>
          <p:nvPr/>
        </p:nvCxnSpPr>
        <p:spPr>
          <a:xfrm>
            <a:off x="5640526" y="4279662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E02EFF7C-EF2D-A633-CCBA-06D7FE22A2D0}"/>
              </a:ext>
            </a:extLst>
          </p:cNvPr>
          <p:cNvCxnSpPr>
            <a:cxnSpLocks/>
          </p:cNvCxnSpPr>
          <p:nvPr/>
        </p:nvCxnSpPr>
        <p:spPr>
          <a:xfrm>
            <a:off x="5640526" y="4744933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" name="Image 81">
            <a:extLst>
              <a:ext uri="{FF2B5EF4-FFF2-40B4-BE49-F238E27FC236}">
                <a16:creationId xmlns:a16="http://schemas.microsoft.com/office/drawing/2014/main" id="{2A36B34F-C5FF-945F-AB8E-8AF70214E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295" y="2502901"/>
            <a:ext cx="640080" cy="640080"/>
          </a:xfrm>
          <a:prstGeom prst="rect">
            <a:avLst/>
          </a:prstGeom>
        </p:spPr>
      </p:pic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2683281-6AA6-FF96-DF72-D55FC7631106}"/>
              </a:ext>
            </a:extLst>
          </p:cNvPr>
          <p:cNvCxnSpPr>
            <a:cxnSpLocks/>
          </p:cNvCxnSpPr>
          <p:nvPr/>
        </p:nvCxnSpPr>
        <p:spPr>
          <a:xfrm>
            <a:off x="7464956" y="4279662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CF3098E4-AC89-7FDD-9333-E9136FA5BCF7}"/>
              </a:ext>
            </a:extLst>
          </p:cNvPr>
          <p:cNvCxnSpPr>
            <a:cxnSpLocks/>
          </p:cNvCxnSpPr>
          <p:nvPr/>
        </p:nvCxnSpPr>
        <p:spPr>
          <a:xfrm>
            <a:off x="7464956" y="4744933"/>
            <a:ext cx="5009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368238ED-A47F-CA47-CCF6-CB42849FF7EB}"/>
              </a:ext>
            </a:extLst>
          </p:cNvPr>
          <p:cNvSpPr txBox="1"/>
          <p:nvPr/>
        </p:nvSpPr>
        <p:spPr>
          <a:xfrm>
            <a:off x="4326854" y="3488670"/>
            <a:ext cx="149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800" b="1">
                <a:solidFill>
                  <a:srgbClr val="F59E0B"/>
                </a:solidFill>
              </a:rPr>
              <a:t>Confiance?</a:t>
            </a:r>
            <a:endParaRPr lang="en-CA" sz="1800" b="1">
              <a:solidFill>
                <a:srgbClr val="F59E0B"/>
              </a:solidFill>
            </a:endParaRP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52796777-85E2-B029-A8E0-B81FA9CFDB94}"/>
              </a:ext>
            </a:extLst>
          </p:cNvPr>
          <p:cNvSpPr txBox="1"/>
          <p:nvPr/>
        </p:nvSpPr>
        <p:spPr>
          <a:xfrm>
            <a:off x="6167366" y="3488670"/>
            <a:ext cx="135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800" b="1">
                <a:solidFill>
                  <a:srgbClr val="78206E"/>
                </a:solidFill>
              </a:rPr>
              <a:t>Conseil</a:t>
            </a:r>
            <a:endParaRPr lang="en-CA" sz="1800" b="1">
              <a:solidFill>
                <a:srgbClr val="78206E"/>
              </a:solidFill>
            </a:endParaRP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709615CD-9CC7-C9CC-ACBC-F18A557A30BB}"/>
              </a:ext>
            </a:extLst>
          </p:cNvPr>
          <p:cNvSpPr/>
          <p:nvPr/>
        </p:nvSpPr>
        <p:spPr>
          <a:xfrm>
            <a:off x="4902414" y="4156725"/>
            <a:ext cx="348633" cy="287483"/>
          </a:xfrm>
          <a:prstGeom prst="roundRect">
            <a:avLst/>
          </a:prstGeom>
          <a:solidFill>
            <a:srgbClr val="28CCA9"/>
          </a:solidFill>
          <a:ln w="28575">
            <a:solidFill>
              <a:srgbClr val="28CC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✓</a:t>
            </a:r>
            <a:endParaRPr lang="en-CA" sz="1400" b="1">
              <a:solidFill>
                <a:schemeClr val="tx1"/>
              </a:solidFill>
            </a:endParaRPr>
          </a:p>
        </p:txBody>
      </p: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272166A8-2178-A242-C05A-AFD4F6DB648A}"/>
              </a:ext>
            </a:extLst>
          </p:cNvPr>
          <p:cNvSpPr/>
          <p:nvPr/>
        </p:nvSpPr>
        <p:spPr>
          <a:xfrm>
            <a:off x="4891443" y="4539305"/>
            <a:ext cx="370574" cy="287483"/>
          </a:xfrm>
          <a:prstGeom prst="roundRect">
            <a:avLst/>
          </a:prstGeom>
          <a:solidFill>
            <a:srgbClr val="EC8C74"/>
          </a:solidFill>
          <a:ln w="28575">
            <a:solidFill>
              <a:srgbClr val="EC8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5A0000"/>
                </a:solidFill>
              </a:rPr>
              <a:t>⚠</a:t>
            </a:r>
            <a:endParaRPr lang="en-CA" sz="1400" b="1">
              <a:solidFill>
                <a:schemeClr val="tx1"/>
              </a:solidFill>
            </a:endParaRPr>
          </a:p>
        </p:txBody>
      </p:sp>
      <p:pic>
        <p:nvPicPr>
          <p:cNvPr id="103" name="Image 102">
            <a:extLst>
              <a:ext uri="{FF2B5EF4-FFF2-40B4-BE49-F238E27FC236}">
                <a16:creationId xmlns:a16="http://schemas.microsoft.com/office/drawing/2014/main" id="{F2186AFB-8C84-4CED-F739-D2CB135CFD1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78206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728293" y="2689119"/>
            <a:ext cx="249524" cy="249524"/>
          </a:xfrm>
          <a:prstGeom prst="rect">
            <a:avLst/>
          </a:prstGeom>
        </p:spPr>
      </p:pic>
      <p:sp>
        <p:nvSpPr>
          <p:cNvPr id="107" name="ZoneTexte 106">
            <a:extLst>
              <a:ext uri="{FF2B5EF4-FFF2-40B4-BE49-F238E27FC236}">
                <a16:creationId xmlns:a16="http://schemas.microsoft.com/office/drawing/2014/main" id="{63A9ECAE-C795-2283-3894-07D0F50C850F}"/>
              </a:ext>
            </a:extLst>
          </p:cNvPr>
          <p:cNvSpPr txBox="1"/>
          <p:nvPr/>
        </p:nvSpPr>
        <p:spPr>
          <a:xfrm>
            <a:off x="114512" y="3488670"/>
            <a:ext cx="104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b="1">
                <a:solidFill>
                  <a:srgbClr val="3B82F6"/>
                </a:solidFill>
              </a:rPr>
              <a:t>Patients</a:t>
            </a:r>
            <a:endParaRPr lang="en-CA" sz="1600" b="1">
              <a:solidFill>
                <a:srgbClr val="3B82F6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C723200-7C10-064E-3A04-DA91EFF8D097}"/>
              </a:ext>
            </a:extLst>
          </p:cNvPr>
          <p:cNvSpPr/>
          <p:nvPr/>
        </p:nvSpPr>
        <p:spPr>
          <a:xfrm>
            <a:off x="85390" y="3358100"/>
            <a:ext cx="8967169" cy="17231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20343A07-851E-B836-00B0-3B239FC6AD7E}"/>
              </a:ext>
            </a:extLst>
          </p:cNvPr>
          <p:cNvSpPr txBox="1"/>
          <p:nvPr/>
        </p:nvSpPr>
        <p:spPr>
          <a:xfrm>
            <a:off x="7748943" y="3488670"/>
            <a:ext cx="135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800" b="1">
                <a:solidFill>
                  <a:srgbClr val="78206E"/>
                </a:solidFill>
              </a:rPr>
              <a:t>Clinicien</a:t>
            </a:r>
            <a:endParaRPr lang="en-CA" sz="1800" b="1">
              <a:solidFill>
                <a:srgbClr val="78206E"/>
              </a:solidFill>
            </a:endParaRP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BF3D975A-C11D-2CA6-A135-C74D95FDFF95}"/>
              </a:ext>
            </a:extLst>
          </p:cNvPr>
          <p:cNvSpPr txBox="1"/>
          <p:nvPr/>
        </p:nvSpPr>
        <p:spPr>
          <a:xfrm>
            <a:off x="85390" y="3174516"/>
            <a:ext cx="896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800" b="1">
                <a:highlight>
                  <a:srgbClr val="FFFFFF"/>
                </a:highlight>
              </a:rPr>
              <a:t> </a:t>
            </a:r>
            <a:r>
              <a:rPr lang="fr-CA" sz="2000" b="1" u="sng">
                <a:highlight>
                  <a:srgbClr val="FFFFFF"/>
                </a:highlight>
              </a:rPr>
              <a:t>Exemple</a:t>
            </a:r>
            <a:r>
              <a:rPr lang="fr-CA" sz="1800" b="1">
                <a:solidFill>
                  <a:schemeClr val="bg1"/>
                </a:solidFill>
                <a:highlight>
                  <a:srgbClr val="FFFFFF"/>
                </a:highlight>
              </a:rPr>
              <a:t>.</a:t>
            </a:r>
            <a:r>
              <a:rPr lang="fr-CA" sz="1800" b="1">
                <a:highlight>
                  <a:srgbClr val="FFFFFF"/>
                </a:highlight>
              </a:rPr>
              <a:t> </a:t>
            </a:r>
            <a:endParaRPr lang="en-CA" sz="1800" b="1">
              <a:highlight>
                <a:srgbClr val="FFFFFF"/>
              </a:highlight>
            </a:endParaRPr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88C3353D-B1AF-830F-F805-8EED290BDB79}"/>
              </a:ext>
            </a:extLst>
          </p:cNvPr>
          <p:cNvSpPr/>
          <p:nvPr/>
        </p:nvSpPr>
        <p:spPr>
          <a:xfrm>
            <a:off x="6266232" y="4587792"/>
            <a:ext cx="1153920" cy="287483"/>
          </a:xfrm>
          <a:prstGeom prst="roundRect">
            <a:avLst/>
          </a:prstGeom>
          <a:solidFill>
            <a:srgbClr val="EC8C74"/>
          </a:solidFill>
          <a:ln w="28575">
            <a:solidFill>
              <a:srgbClr val="EC8C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5A0000"/>
                </a:solidFill>
              </a:rPr>
              <a:t>Ne sait pas</a:t>
            </a:r>
            <a:endParaRPr lang="en-CA" sz="1400" b="1">
              <a:solidFill>
                <a:schemeClr val="tx1"/>
              </a:solidFill>
            </a:endParaRPr>
          </a:p>
        </p:txBody>
      </p:sp>
      <p:pic>
        <p:nvPicPr>
          <p:cNvPr id="1026" name="Picture 2" descr="All you Need to Know About Cancer - The Karen Hospital">
            <a:extLst>
              <a:ext uri="{FF2B5EF4-FFF2-40B4-BE49-F238E27FC236}">
                <a16:creationId xmlns:a16="http://schemas.microsoft.com/office/drawing/2014/main" id="{4D36BEC6-758B-9914-0DDC-024148B0A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865" y="2190198"/>
            <a:ext cx="561305" cy="28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2" descr="All you Need to Know About Cancer - The Karen Hospital">
            <a:extLst>
              <a:ext uri="{FF2B5EF4-FFF2-40B4-BE49-F238E27FC236}">
                <a16:creationId xmlns:a16="http://schemas.microsoft.com/office/drawing/2014/main" id="{CCD3F679-E39B-90FF-E7E1-98180B25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04" y="4508552"/>
            <a:ext cx="561305" cy="28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579A0821-AA2C-DCB8-F0F8-E1C0D6E43977}"/>
              </a:ext>
            </a:extLst>
          </p:cNvPr>
          <p:cNvGrpSpPr/>
          <p:nvPr/>
        </p:nvGrpSpPr>
        <p:grpSpPr>
          <a:xfrm>
            <a:off x="2999444" y="4097364"/>
            <a:ext cx="877987" cy="369332"/>
            <a:chOff x="2999444" y="4097364"/>
            <a:chExt cx="877987" cy="369332"/>
          </a:xfrm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28E9C588-9B15-D969-2F5E-F15053EC6141}"/>
                </a:ext>
              </a:extLst>
            </p:cNvPr>
            <p:cNvSpPr/>
            <p:nvPr/>
          </p:nvSpPr>
          <p:spPr>
            <a:xfrm>
              <a:off x="2999445" y="4122989"/>
              <a:ext cx="877986" cy="29524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CD3CA5B-74C9-E559-8801-C31A9B7B7ACA}"/>
                </a:ext>
              </a:extLst>
            </p:cNvPr>
            <p:cNvSpPr/>
            <p:nvPr/>
          </p:nvSpPr>
          <p:spPr>
            <a:xfrm>
              <a:off x="2999445" y="4122989"/>
              <a:ext cx="664505" cy="295248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88C9573-0726-CEE4-DC65-B7D247083506}"/>
                </a:ext>
              </a:extLst>
            </p:cNvPr>
            <p:cNvSpPr txBox="1"/>
            <p:nvPr/>
          </p:nvSpPr>
          <p:spPr>
            <a:xfrm>
              <a:off x="2999444" y="4097364"/>
              <a:ext cx="877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800">
                  <a:solidFill>
                    <a:schemeClr val="bg1"/>
                  </a:solidFill>
                </a:rPr>
                <a:t>83%</a:t>
              </a:r>
              <a:endParaRPr lang="en-CA" sz="180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9CB2AA25-760D-131D-15C3-53BC087DD8B1}"/>
              </a:ext>
            </a:extLst>
          </p:cNvPr>
          <p:cNvGrpSpPr/>
          <p:nvPr/>
        </p:nvGrpSpPr>
        <p:grpSpPr>
          <a:xfrm>
            <a:off x="6410549" y="4102931"/>
            <a:ext cx="877987" cy="369332"/>
            <a:chOff x="2999444" y="4097364"/>
            <a:chExt cx="877987" cy="369332"/>
          </a:xfrm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404E9417-C3B3-10EA-464B-0AC5553A7641}"/>
                </a:ext>
              </a:extLst>
            </p:cNvPr>
            <p:cNvSpPr/>
            <p:nvPr/>
          </p:nvSpPr>
          <p:spPr>
            <a:xfrm>
              <a:off x="2999445" y="4122989"/>
              <a:ext cx="877986" cy="29524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Rectangle : coins arrondis 32">
              <a:extLst>
                <a:ext uri="{FF2B5EF4-FFF2-40B4-BE49-F238E27FC236}">
                  <a16:creationId xmlns:a16="http://schemas.microsoft.com/office/drawing/2014/main" id="{69438AF4-4FB3-0F7F-88A7-2672364AFE71}"/>
                </a:ext>
              </a:extLst>
            </p:cNvPr>
            <p:cNvSpPr/>
            <p:nvPr/>
          </p:nvSpPr>
          <p:spPr>
            <a:xfrm>
              <a:off x="2999445" y="4122989"/>
              <a:ext cx="664505" cy="295248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71695E92-B63D-D0A6-7759-F0EA75BC127C}"/>
                </a:ext>
              </a:extLst>
            </p:cNvPr>
            <p:cNvSpPr txBox="1"/>
            <p:nvPr/>
          </p:nvSpPr>
          <p:spPr>
            <a:xfrm>
              <a:off x="2999444" y="4097364"/>
              <a:ext cx="877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800">
                  <a:solidFill>
                    <a:schemeClr val="bg1"/>
                  </a:solidFill>
                </a:rPr>
                <a:t>83%</a:t>
              </a:r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0817917"/>
      </p:ext>
    </p:extLst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D573038A325C49AF455EF8C10A641F" ma:contentTypeVersion="16" ma:contentTypeDescription="Crée un document." ma:contentTypeScope="" ma:versionID="1fea9a4f869b53428a5de9125207580e">
  <xsd:schema xmlns:xsd="http://www.w3.org/2001/XMLSchema" xmlns:xs="http://www.w3.org/2001/XMLSchema" xmlns:p="http://schemas.microsoft.com/office/2006/metadata/properties" xmlns:ns2="0377d92a-1a12-494a-b780-b56a53338d78" xmlns:ns3="e510556f-87f8-4e02-a9b4-99ddcddf9eb6" targetNamespace="http://schemas.microsoft.com/office/2006/metadata/properties" ma:root="true" ma:fieldsID="4b47588ae3bb67c4616e4778d96e369d" ns2:_="" ns3:_="">
    <xsd:import namespace="0377d92a-1a12-494a-b780-b56a53338d78"/>
    <xsd:import namespace="e510556f-87f8-4e02-a9b4-99ddcddf9e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7d92a-1a12-494a-b780-b56a53338d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10556f-87f8-4e02-a9b4-99ddcddf9eb6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d4cd8908-b21c-4ade-b69c-a0abcde8270f}" ma:internalName="TaxCatchAll" ma:showField="CatchAllData" ma:web="e510556f-87f8-4e02-a9b4-99ddcddf9e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77d92a-1a12-494a-b780-b56a53338d78">
      <Terms xmlns="http://schemas.microsoft.com/office/infopath/2007/PartnerControls"/>
    </lcf76f155ced4ddcb4097134ff3c332f>
    <TaxCatchAll xmlns="e510556f-87f8-4e02-a9b4-99ddcddf9eb6" xsi:nil="true"/>
  </documentManagement>
</p:properties>
</file>

<file path=customXml/itemProps1.xml><?xml version="1.0" encoding="utf-8"?>
<ds:datastoreItem xmlns:ds="http://schemas.openxmlformats.org/officeDocument/2006/customXml" ds:itemID="{036E2333-2413-46A8-914E-6850B6A2CF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0C92D-4235-4D2E-9C25-9891D0575B33}">
  <ds:schemaRefs>
    <ds:schemaRef ds:uri="0377d92a-1a12-494a-b780-b56a53338d78"/>
    <ds:schemaRef ds:uri="e510556f-87f8-4e02-a9b4-99ddcddf9e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33F2CF5-3642-4B6B-8781-BD617440CD78}">
  <ds:schemaRefs>
    <ds:schemaRef ds:uri="0377d92a-1a12-494a-b780-b56a53338d78"/>
    <ds:schemaRef ds:uri="e510556f-87f8-4e02-a9b4-99ddcddf9eb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1587</TotalTime>
  <Words>71</Words>
  <Application>Microsoft Office PowerPoint</Application>
  <PresentationFormat>Affichage à l'écran (16:9)</PresentationFormat>
  <Paragraphs>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2_Conception personnalisée</vt:lpstr>
      <vt:lpstr>1_Conception personnalisée</vt:lpstr>
      <vt:lpstr>Conception personnalisée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Leadership créatif : pour travailler autrement dans votre organisation</dc:title>
  <dc:creator>Utilisateur de Microsoft Office</dc:creator>
  <cp:lastModifiedBy>Olivier Lefebvre</cp:lastModifiedBy>
  <cp:revision>2</cp:revision>
  <cp:lastPrinted>2017-10-30T18:08:19Z</cp:lastPrinted>
  <dcterms:created xsi:type="dcterms:W3CDTF">2017-10-17T15:18:22Z</dcterms:created>
  <dcterms:modified xsi:type="dcterms:W3CDTF">2026-04-29T13:07:47Z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0x01010023D573038A325C49AF455EF8C10A641F</vt:lpwstr>
  </property>
</Properties>
</file>